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2.png" /><Relationship Id="rId2" Type="http://schemas.openxmlformats.org/officeDocument/2006/relationships/image" Target="../media/image1.jp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3.jpg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mislav.quarto.pub/dawetrest-business-model-questionnaire/" TargetMode="Externa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mislav.quarto.pub/business-models-methodology-e954/" TargetMode="External" /><Relationship Id="rId2" Type="http://schemas.openxmlformats.org/officeDocument/2006/relationships/image" Target="../media/image1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model</a:t>
            </a:r>
            <a:r>
              <a:rPr/>
              <a:t>: A business model describes the rationale of how an organization creates, delivers, and captures value.</a:t>
            </a:r>
          </a:p>
        </p:txBody>
      </p:sp>
      <p:pic>
        <p:nvPicPr>
          <p:cNvPr descr="figures/business_model_canva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596900"/>
            <a:ext cx="51054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Flourishing business models canvas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Sustainable business models</a:t>
            </a:r>
            <a:r>
              <a:rPr/>
              <a:t>: A sustainable business model is a business model that creates, delivers, and captures value in a way that is sustainable for the environment, society, and the economy.</a:t>
            </a:r>
          </a:p>
        </p:txBody>
      </p:sp>
      <p:pic>
        <p:nvPicPr>
          <p:cNvPr descr="figures/Flourishing-Business-Canva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Interviews and surveys following 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See here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Used in Business Model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Environmental Data</a:t>
            </a:r>
            <a:r>
              <a:rPr/>
              <a:t> - Data portal - water quality, biodiversity indicators, carbon sequestration data.</a:t>
            </a:r>
          </a:p>
          <a:p>
            <a:pPr lvl="0"/>
            <a:r>
              <a:rPr b="1"/>
              <a:t>Socio-economic Data</a:t>
            </a:r>
            <a:r>
              <a:rPr/>
              <a:t> - macro data, local employment, business subject dynamics.</a:t>
            </a:r>
          </a:p>
          <a:p>
            <a:pPr lvl="0"/>
            <a:r>
              <a:rPr b="1"/>
              <a:t>Community and Stakeholder Feedback</a:t>
            </a:r>
            <a:r>
              <a:rPr/>
              <a:t> - community surveys, interviews.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science principles: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Dynamic</a:t>
            </a:r>
            <a:r>
              <a:rPr/>
              <a:t> - automatic updates when new data is ingested or parameters are changed.</a:t>
            </a:r>
          </a:p>
          <a:p>
            <a:pPr lvl="0"/>
            <a:r>
              <a:rPr b="1"/>
              <a:t>Interactive</a:t>
            </a:r>
            <a:r>
              <a:rPr/>
              <a:t> - allow users to explore data and insights.</a:t>
            </a:r>
          </a:p>
          <a:p>
            <a:pPr lvl="0"/>
            <a:r>
              <a:rPr b="1"/>
              <a:t>Reproducible</a:t>
            </a:r>
            <a:r>
              <a:rPr/>
              <a:t> - reproducible by other teams using the same datasets and methods.</a:t>
            </a:r>
          </a:p>
          <a:p>
            <a:pPr lvl="0"/>
            <a:r>
              <a:rPr b="1"/>
              <a:t>Versioning and Traceability</a:t>
            </a:r>
            <a:r>
              <a:rPr/>
              <a:t> - track all changes to data, code, and reports.</a:t>
            </a:r>
          </a:p>
          <a:p>
            <a:pPr lvl="0"/>
            <a:r>
              <a:rPr b="1"/>
              <a:t>Open source</a:t>
            </a:r>
            <a:r>
              <a:rPr/>
              <a:t> - use open-source tools and libraries to ensure transparency and collaboration.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oin one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Methodology part is in the document on teams: ~/WP6/Business models literature materials/business_models_methodology.docx</a:t>
            </a:r>
          </a:p>
          <a:p>
            <a:pPr lvl="0"/>
            <a:r>
              <a:rPr/>
              <a:t>fast look at </a:t>
            </a:r>
            <a:r>
              <a:rPr>
                <a:hlinkClick r:id="rId3"/>
              </a:rPr>
              <a:t>link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2025-05-07T11:12:38Z</dcterms:created>
  <dcterms:modified xsi:type="dcterms:W3CDTF">2025-05-07T11:12:38Z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itle-slide">
    <vt:lpwstr>False</vt:lpwstr>
  </property>
  <property fmtid="{D5CDD505-2E9C-101B-9397-08002B2CF9AE}" pid="8" name="toc-title">
    <vt:lpwstr>Table of contents</vt:lpwstr>
  </property>
</Properties>
</file>